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60" r:id="rId3"/>
    <p:sldId id="261" r:id="rId4"/>
    <p:sldId id="262" r:id="rId5"/>
    <p:sldId id="263" r:id="rId6"/>
    <p:sldId id="265" r:id="rId7"/>
    <p:sldId id="264" r:id="rId8"/>
    <p:sldId id="266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42A5E-08B1-4AC0-BEB9-CF498F9958D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FA8FC-B25E-479E-9C9D-3DDC9395BA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865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FA8FC-B25E-479E-9C9D-3DDC9395BA9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648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6265-2DBC-FA88-FA76-D058B7C08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30A68-0F47-8A1B-3C27-8D7D72D8E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C67A4-8C80-56AF-FDCC-029092688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FBCF6-FF89-4739-C18E-D8809751B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FA8FC-B25E-479E-9C9D-3DDC9395BA9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312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C560-BFDC-6940-19A4-91400F5F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A9936-E3A0-B3C5-F26A-FD1CCB318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1BEBB-4471-AA77-50EE-B786CFB98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AB9C2-4DF0-F415-22C9-49010FF57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FA8FC-B25E-479E-9C9D-3DDC9395BA9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286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4707A-1BB6-C335-357A-CF3585BD8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0EAA5-F75B-2E38-46F2-409BD5036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BDB04-2EAD-7F7F-9011-D12B9930C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428B2-90D8-5419-B7FB-2D6027113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FA8FC-B25E-479E-9C9D-3DDC9395BA9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94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AEEFF-9CDC-4E91-A6F3-DF6B52F0CCA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03DB097-5798-4214-B1AC-DE4BD55634D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019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AEEFF-9CDC-4E91-A6F3-DF6B52F0CCA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B097-5798-4214-B1AC-DE4BD55634DA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83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AEEFF-9CDC-4E91-A6F3-DF6B52F0CCA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B097-5798-4214-B1AC-DE4BD55634D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49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AEEFF-9CDC-4E91-A6F3-DF6B52F0CCA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B097-5798-4214-B1AC-DE4BD55634DA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410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AEEFF-9CDC-4E91-A6F3-DF6B52F0CCA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B097-5798-4214-B1AC-DE4BD55634DA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85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AEEFF-9CDC-4E91-A6F3-DF6B52F0CCA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B097-5798-4214-B1AC-DE4BD55634DA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673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AEEFF-9CDC-4E91-A6F3-DF6B52F0CCA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B097-5798-4214-B1AC-DE4BD5563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088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AEEFF-9CDC-4E91-A6F3-DF6B52F0CCA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B097-5798-4214-B1AC-DE4BD55634DA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35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3DAEEFF-9CDC-4E91-A6F3-DF6B52F0CCA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B097-5798-4214-B1AC-DE4BD55634DA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42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AEEFF-9CDC-4E91-A6F3-DF6B52F0CCA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B097-5798-4214-B1AC-DE4BD55634DA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51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AEEFF-9CDC-4E91-A6F3-DF6B52F0CCA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B097-5798-4214-B1AC-DE4BD55634D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71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AEEFF-9CDC-4E91-A6F3-DF6B52F0CCA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03DB097-5798-4214-B1AC-DE4BD55634DA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00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7240" y="850537"/>
            <a:ext cx="109043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Flipkart Sales Analysis </a:t>
            </a:r>
          </a:p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5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2394" y="3083049"/>
            <a:ext cx="8087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Sujal Patil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5F2947-A3C9-7954-5DA4-5D1519F37DE0}"/>
              </a:ext>
            </a:extLst>
          </p:cNvPr>
          <p:cNvSpPr/>
          <p:nvPr/>
        </p:nvSpPr>
        <p:spPr>
          <a:xfrm>
            <a:off x="339342" y="294974"/>
            <a:ext cx="11513316" cy="6268052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78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E9989-4EF2-4495-0EB6-EDAB70D1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561BE0-2B33-806D-29A5-122E5A86FBE0}"/>
              </a:ext>
            </a:extLst>
          </p:cNvPr>
          <p:cNvSpPr txBox="1"/>
          <p:nvPr/>
        </p:nvSpPr>
        <p:spPr>
          <a:xfrm>
            <a:off x="589053" y="507304"/>
            <a:ext cx="1117120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5ABFEB-16D4-B95A-FB1C-5B7F63D42A25}"/>
              </a:ext>
            </a:extLst>
          </p:cNvPr>
          <p:cNvSpPr txBox="1"/>
          <p:nvPr/>
        </p:nvSpPr>
        <p:spPr>
          <a:xfrm>
            <a:off x="697209" y="1703638"/>
            <a:ext cx="8436960" cy="2074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Flipkart sales Analysis Dashboard built using Power BI.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was to analyze sales performance, product categories, regional trends, payment methods, and customer ratings.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raw data into interactive and meaningful insights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better decision-making.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AC48D-B29B-7628-A18E-572E72BCA37E}"/>
              </a:ext>
            </a:extLst>
          </p:cNvPr>
          <p:cNvSpPr/>
          <p:nvPr/>
        </p:nvSpPr>
        <p:spPr>
          <a:xfrm>
            <a:off x="339342" y="294974"/>
            <a:ext cx="11513316" cy="6268052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727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61C54-64C9-9B6A-24D4-584354F8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7C7879-7831-3A7D-E825-4F1B7C8E0057}"/>
              </a:ext>
            </a:extLst>
          </p:cNvPr>
          <p:cNvSpPr txBox="1"/>
          <p:nvPr/>
        </p:nvSpPr>
        <p:spPr>
          <a:xfrm>
            <a:off x="681451" y="507304"/>
            <a:ext cx="1117120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440A46-4A5B-BCE4-6AFC-6F0274889134}"/>
              </a:ext>
            </a:extLst>
          </p:cNvPr>
          <p:cNvSpPr/>
          <p:nvPr/>
        </p:nvSpPr>
        <p:spPr>
          <a:xfrm>
            <a:off x="-87086" y="0"/>
            <a:ext cx="12279086" cy="685800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34534142-880D-8CA2-9605-EB4D93786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07" y="1056457"/>
            <a:ext cx="2546972" cy="4110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dashboard page connecting all analysis sections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access to sales, categories, regions, payments, and performance insights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be interactive, simple, and user-friendly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CF5205-682D-7165-FE56-4F4FD34BD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714" y="1241123"/>
            <a:ext cx="9307286" cy="483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00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A2C6C-6931-F862-683D-17390105F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853538-1667-4ED2-2C8D-6578293C010F}"/>
              </a:ext>
            </a:extLst>
          </p:cNvPr>
          <p:cNvSpPr txBox="1"/>
          <p:nvPr/>
        </p:nvSpPr>
        <p:spPr>
          <a:xfrm>
            <a:off x="681451" y="507304"/>
            <a:ext cx="11171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Key Metrics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829593-C22B-5F0A-F51C-61DFBD40E6FA}"/>
              </a:ext>
            </a:extLst>
          </p:cNvPr>
          <p:cNvSpPr/>
          <p:nvPr/>
        </p:nvSpPr>
        <p:spPr>
          <a:xfrm>
            <a:off x="339342" y="294974"/>
            <a:ext cx="11513316" cy="6268052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EF346A24-AF10-7B1D-AFC3-0A006C68C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07" y="1238532"/>
            <a:ext cx="254697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Sales: 501M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Sales: 10.08K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Rating: 3.02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Sold: 245k</a:t>
            </a:r>
          </a:p>
          <a:p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81887B-54F9-8DA8-3C1C-01C5C746D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886" y="1338301"/>
            <a:ext cx="4892537" cy="434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5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42B8F-57F3-D92B-CBF2-084F90873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28ED6-3C96-30A5-A4C5-1CDDDB1C9E4E}"/>
              </a:ext>
            </a:extLst>
          </p:cNvPr>
          <p:cNvSpPr txBox="1"/>
          <p:nvPr/>
        </p:nvSpPr>
        <p:spPr>
          <a:xfrm>
            <a:off x="510396" y="449725"/>
            <a:ext cx="11171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  <a:r>
              <a:rPr lang="en-IN" sz="4800" dirty="0"/>
              <a:t> Insights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8C1DE0-B81F-CCED-D9BC-4A0E5A230AF0}"/>
              </a:ext>
            </a:extLst>
          </p:cNvPr>
          <p:cNvSpPr/>
          <p:nvPr/>
        </p:nvSpPr>
        <p:spPr>
          <a:xfrm>
            <a:off x="339342" y="294974"/>
            <a:ext cx="11513316" cy="6268052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4AB8B13C-7DC2-0D1D-E7C4-890993A9B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106" y="1280722"/>
            <a:ext cx="254697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fluctuate over time with noticeable peaks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months show strong growth trends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seasonality in demand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A0427A-1D3A-3A3A-4D7E-230977B88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014" y="1567543"/>
            <a:ext cx="6795766" cy="319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97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CBB34-77E7-1A9D-DC35-1C11D6B1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1B8A25-AFF0-5C66-1633-8832F9B4030A}"/>
              </a:ext>
            </a:extLst>
          </p:cNvPr>
          <p:cNvSpPr txBox="1"/>
          <p:nvPr/>
        </p:nvSpPr>
        <p:spPr>
          <a:xfrm>
            <a:off x="681451" y="507304"/>
            <a:ext cx="11171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Analysis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783042-F45F-A020-224C-CE5D57D28D07}"/>
              </a:ext>
            </a:extLst>
          </p:cNvPr>
          <p:cNvSpPr/>
          <p:nvPr/>
        </p:nvSpPr>
        <p:spPr>
          <a:xfrm>
            <a:off x="339342" y="294974"/>
            <a:ext cx="11513316" cy="6268052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A436F740-A61B-F67E-8978-41ECA0B9D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451" y="1748956"/>
            <a:ext cx="254697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categories include Grocery, Electronics, and Fashion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contribution across categories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for category-based marketing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4AD8E4-B8F6-C867-D8D8-061245154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958" y="1661202"/>
            <a:ext cx="7173326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65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95887-C800-7129-7FE8-0802A5FDF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BCFB8F-5335-DADA-750C-243A6082976C}"/>
              </a:ext>
            </a:extLst>
          </p:cNvPr>
          <p:cNvSpPr txBox="1"/>
          <p:nvPr/>
        </p:nvSpPr>
        <p:spPr>
          <a:xfrm>
            <a:off x="681451" y="507304"/>
            <a:ext cx="11171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Insights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582627-31E5-73F6-6D2D-B34128EA0FFC}"/>
              </a:ext>
            </a:extLst>
          </p:cNvPr>
          <p:cNvSpPr/>
          <p:nvPr/>
        </p:nvSpPr>
        <p:spPr>
          <a:xfrm>
            <a:off x="339342" y="294974"/>
            <a:ext cx="11513316" cy="6268052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02BD908B-E307-F723-73F7-D5C1E1706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64" y="1968158"/>
            <a:ext cx="254697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 and Debit Cards dominate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UPI adoption is growing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Banking has lower contribution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27AC07-9601-7F0F-439E-611F961C0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" r="2431" b="2862"/>
          <a:stretch>
            <a:fillRect/>
          </a:stretch>
        </p:blipFill>
        <p:spPr>
          <a:xfrm>
            <a:off x="4071256" y="1550631"/>
            <a:ext cx="5475515" cy="340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12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4189F-D308-B185-8BAF-AE54B1C78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2F9881-BE3D-9FD3-8DF7-5513CA1165CF}"/>
              </a:ext>
            </a:extLst>
          </p:cNvPr>
          <p:cNvSpPr txBox="1"/>
          <p:nvPr/>
        </p:nvSpPr>
        <p:spPr>
          <a:xfrm>
            <a:off x="681451" y="507304"/>
            <a:ext cx="11171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Business Recommendations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7E331A-DDD9-299B-907A-8D152B1B20B5}"/>
              </a:ext>
            </a:extLst>
          </p:cNvPr>
          <p:cNvSpPr/>
          <p:nvPr/>
        </p:nvSpPr>
        <p:spPr>
          <a:xfrm>
            <a:off x="339342" y="294974"/>
            <a:ext cx="11513316" cy="6268052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1CC1DE-C83C-0B32-1CE8-63052462E98E}"/>
              </a:ext>
            </a:extLst>
          </p:cNvPr>
          <p:cNvSpPr txBox="1"/>
          <p:nvPr/>
        </p:nvSpPr>
        <p:spPr>
          <a:xfrm>
            <a:off x="990600" y="1981200"/>
            <a:ext cx="950322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on high-performing regions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digital payment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inventory for top categories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seasonal trends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275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417A5-AABD-16F1-FEAB-E67F3EDED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EE10A1-89D8-1934-D17C-B3E4EE469020}"/>
              </a:ext>
            </a:extLst>
          </p:cNvPr>
          <p:cNvSpPr txBox="1"/>
          <p:nvPr/>
        </p:nvSpPr>
        <p:spPr>
          <a:xfrm>
            <a:off x="589053" y="507304"/>
            <a:ext cx="1117120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DF56C9-8E56-32F3-6268-DA46C98E0537}"/>
              </a:ext>
            </a:extLst>
          </p:cNvPr>
          <p:cNvSpPr txBox="1"/>
          <p:nvPr/>
        </p:nvSpPr>
        <p:spPr>
          <a:xfrm>
            <a:off x="697209" y="1703638"/>
            <a:ext cx="8436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provides actionable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strategic decision-making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future data integration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338F2B-C129-8B76-F9D8-1AC6BB13C555}"/>
              </a:ext>
            </a:extLst>
          </p:cNvPr>
          <p:cNvSpPr/>
          <p:nvPr/>
        </p:nvSpPr>
        <p:spPr>
          <a:xfrm>
            <a:off x="339342" y="294974"/>
            <a:ext cx="11513316" cy="6268052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89556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127</TotalTime>
  <Words>197</Words>
  <Application>Microsoft Office PowerPoint</Application>
  <PresentationFormat>Widescreen</PresentationFormat>
  <Paragraphs>49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Times New Roman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Ketan</dc:creator>
  <cp:lastModifiedBy>Sujal Patil</cp:lastModifiedBy>
  <cp:revision>6</cp:revision>
  <dcterms:created xsi:type="dcterms:W3CDTF">2026-03-23T07:52:58Z</dcterms:created>
  <dcterms:modified xsi:type="dcterms:W3CDTF">2026-03-24T04:17:24Z</dcterms:modified>
</cp:coreProperties>
</file>